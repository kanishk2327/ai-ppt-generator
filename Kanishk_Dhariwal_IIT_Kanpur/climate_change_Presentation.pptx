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Climate Change: An Urgent Call to Action</a:t>
            </a:r>
          </a:p>
        </p:txBody>
      </p:sp>
      <p:sp>
        <p:nvSpPr>
          <p:cNvPr id="3" name="Subtitle 2"/>
          <p:cNvSpPr>
            <a:spLocks noGrp="1"/>
          </p:cNvSpPr>
          <p:nvPr>
            <p:ph type="subTitle" idx="1"/>
          </p:nvPr>
        </p:nvSpPr>
        <p:spPr/>
        <p:txBody>
          <a:bodyPr wrap="square">
            <a:spAutoFit/>
          </a:bodyPr>
          <a:lstStyle/>
          <a:p>
            <a:r>
              <a:t>Understanding the Science, Impacts, and Path Forward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wrap="square">
            <a:spAutoFit/>
          </a:bodyPr>
          <a:lstStyle/>
          <a:p>
            <a:pPr>
              <a:defRPr sz="1800"/>
            </a:pPr>
            <a:r>
              <a:t>Climate change refers to long-term shifts in temperatures and weather patterns. These shifts may be natural, but since the 1800s, human activities have been the main driver of climate change, primarily due to the burning of fossil fuels (like coal, oil, and gas) which releases greenhouse gases into the atmosphere.</a:t>
            </a:r>
          </a:p>
          <a:p>
            <a:pPr>
              <a:defRPr sz="1800"/>
            </a:pPr>
            <a:r>
              <a:t>The consequences of climate change are far-reaching, including more frequent and intense heatwaves, droughts, floods, wildfires, and rising sea levels. These events have devastating impacts on ecosystems, economies, and human health.</a:t>
            </a:r>
          </a:p>
          <a:p>
            <a:pPr>
              <a:defRPr sz="1800"/>
            </a:pPr>
            <a:r>
              <a:t>Addressing climate change requires a global effort to reduce greenhouse gas emissions and adapt to the changes already underway. This involves transitioning to renewable energy sources, improving energy efficiency, and implementing sustainable land management practices.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Unprecedented Warming Trends</a:t>
            </a:r>
          </a:p>
        </p:txBody>
      </p:sp>
      <p:sp>
        <p:nvSpPr>
          <p:cNvPr id="3" name="Content Placeholder 2"/>
          <p:cNvSpPr>
            <a:spLocks noGrp="1"/>
          </p:cNvSpPr>
          <p:nvPr>
            <p:ph idx="1"/>
          </p:nvPr>
        </p:nvSpPr>
        <p:spPr/>
        <p:txBody>
          <a:bodyPr wrap="square">
            <a:spAutoFit/>
          </a:bodyPr>
          <a:lstStyle/>
          <a:p>
            <a:pPr>
              <a:defRPr sz="1800"/>
            </a:pPr>
            <a:r>
              <a:t>2024 was likely the warmest year on record, exceeding the pre-industrial average by more than 1.5°C.  This surpasses previous records by a significant margin, highlighting the accelerating rate of global warming.  The data underscores the urgent need for immediate and drastic action to mitigate further warming.</a:t>
            </a:r>
          </a:p>
          <a:p>
            <a:pPr>
              <a:defRPr sz="1800"/>
            </a:pPr>
            <a:r>
              <a:t>The ongoing increase in global temperatures is driven primarily by anthropogenic (human-caused) greenhouse gas emissions.  The burning of fossil fuels, deforestation, and industrial processes release substantial quantities of these gases, trapping heat in the atmosphere and causing a warming effect.  This effect is further amplified by feedback loops within the climate system, such as the melting of ice and changes in ocean currents.</a:t>
            </a:r>
          </a:p>
          <a:p>
            <a:pPr>
              <a:defRPr sz="1800"/>
            </a:pPr>
            <a:r>
              <a:t>These record-high temperatures have widespread and devastating consequences.  They contribute to more frequent and intense heatwaves, leading to increased mortality and significant economic losses.  The warming also exacerbates droughts, wildfires, and extreme precipitation events, disrupting agricultural systems, causing displacement, and damaging infrastructure.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Impacts on the Global Climate System</a:t>
            </a:r>
          </a:p>
        </p:txBody>
      </p:sp>
      <p:sp>
        <p:nvSpPr>
          <p:cNvPr id="3" name="Content Placeholder 2"/>
          <p:cNvSpPr>
            <a:spLocks noGrp="1"/>
          </p:cNvSpPr>
          <p:nvPr>
            <p:ph idx="1"/>
          </p:nvPr>
        </p:nvSpPr>
        <p:spPr/>
        <p:txBody>
          <a:bodyPr wrap="square">
            <a:spAutoFit/>
          </a:bodyPr>
          <a:lstStyle/>
          <a:p>
            <a:pPr>
              <a:defRPr sz="1800"/>
            </a:pPr>
            <a:r>
              <a:t>Rising global temperatures are causing significant changes in the cryosphere, with accelerated melting of glaciers, ice sheets, and sea ice.  This melting contributes to rising sea levels, threatening coastal communities and ecosystems.  The loss of ice also disrupts ocean currents and alters regional climate patterns.</a:t>
            </a:r>
          </a:p>
          <a:p>
            <a:pPr>
              <a:defRPr sz="1800"/>
            </a:pPr>
            <a:r>
              <a:t>Ocean warming is another critical aspect of climate change.  The oceans absorb a significant portion of the excess heat trapped by greenhouse gases, leading to ocean acidification and marine heatwaves.  These changes have profound effects on marine ecosystems, threatening biodiversity and impacting fisheries.</a:t>
            </a:r>
          </a:p>
          <a:p>
            <a:pPr>
              <a:defRPr sz="1800"/>
            </a:pPr>
            <a:r>
              <a:t>Changes in precipitation patterns are also a major consequence of climate change.  Some regions experience more frequent and intense droughts, while others face increased risks of flooding and extreme rainfall events. These changes disrupt agricultural production, increase the risk of water scarcity, and can trigger devastating floods and landslides.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Socioeconomic Impacts and Vulnerability</a:t>
            </a:r>
          </a:p>
        </p:txBody>
      </p:sp>
      <p:sp>
        <p:nvSpPr>
          <p:cNvPr id="3" name="Content Placeholder 2"/>
          <p:cNvSpPr>
            <a:spLocks noGrp="1"/>
          </p:cNvSpPr>
          <p:nvPr>
            <p:ph idx="1"/>
          </p:nvPr>
        </p:nvSpPr>
        <p:spPr/>
        <p:txBody>
          <a:bodyPr wrap="square">
            <a:spAutoFit/>
          </a:bodyPr>
          <a:lstStyle/>
          <a:p>
            <a:pPr>
              <a:defRPr sz="1800"/>
            </a:pPr>
            <a:r>
              <a:t>Climate change disproportionately affects vulnerable populations, including low-income communities, marginalized groups, and those living in developing countries.  These populations often lack the resources to adapt to the impacts of climate change and are more susceptible to its devastating effects.</a:t>
            </a:r>
          </a:p>
          <a:p>
            <a:pPr>
              <a:defRPr sz="1800"/>
            </a:pPr>
            <a:r>
              <a:t>The economic consequences of climate change are substantial, including damage to infrastructure, loss of agricultural productivity, increased healthcare costs, and disruptions to supply chains.  Extreme weather events can cause significant economic losses, and the long-term impacts of climate change will pose an even greater threat to global economic stability.</a:t>
            </a:r>
          </a:p>
          <a:p>
            <a:pPr>
              <a:defRPr sz="1800"/>
            </a:pPr>
            <a:r>
              <a:t>Climate change exacerbates existing inequalities and can lead to social unrest and displacement.  The scarcity of resources, such as water and arable land, can intensify conflicts and lead to mass migrations. Addressing climate change requires not only reducing emissions but also building resilience and equity in affected communities.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Mitigation and Adaptation Strategies</a:t>
            </a:r>
          </a:p>
        </p:txBody>
      </p:sp>
      <p:sp>
        <p:nvSpPr>
          <p:cNvPr id="3" name="Content Placeholder 2"/>
          <p:cNvSpPr>
            <a:spLocks noGrp="1"/>
          </p:cNvSpPr>
          <p:nvPr>
            <p:ph idx="1"/>
          </p:nvPr>
        </p:nvSpPr>
        <p:spPr/>
        <p:txBody>
          <a:bodyPr wrap="square">
            <a:spAutoFit/>
          </a:bodyPr>
          <a:lstStyle/>
          <a:p>
            <a:pPr>
              <a:defRPr sz="1800"/>
            </a:pPr>
            <a:r>
              <a:t>Mitigation involves reducing greenhouse gas emissions through a transition to renewable energy sources, such as solar, wind, and hydropower.  Improving energy efficiency in buildings, transportation, and industry is also crucial.  Sustainable land management practices, such as reforestation and afforestation, can help to sequester carbon from the atmosphere.</a:t>
            </a:r>
          </a:p>
          <a:p>
            <a:pPr>
              <a:defRPr sz="1800"/>
            </a:pPr>
            <a:r>
              <a:t>Adaptation strategies focus on preparing for and managing the impacts of climate change that are already occurring or are unavoidable.  These strategies include developing early warning systems for extreme weather events, investing in climate-resilient infrastructure, and improving water management practices. Protecting and restoring ecosystems can also enhance resilience to climate impacts.</a:t>
            </a:r>
          </a:p>
          <a:p>
            <a:pPr>
              <a:defRPr sz="1800"/>
            </a:pPr>
            <a:r>
              <a:t>International cooperation is essential for effective climate action.  The Paris Agreement provides a framework for global collaboration to limit global warming and adapt to its impacts.  Countries need to work together to implement ambitious emission reduction targets, share knowledge and technology, and provide financial support to developing nations.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wrap="square">
            <a:spAutoFit/>
          </a:bodyPr>
          <a:lstStyle/>
          <a:p>
            <a:pPr>
              <a:defRPr sz="1800"/>
            </a:pPr>
            <a:r>
              <a:t>Climate change is a multifaceted challenge that requires urgent and comprehensive action.  The scientific evidence is overwhelming, and the impacts are already being felt across the globe.  Addressing this crisis necessitates a global commitment to reducing greenhouse gas emissions, adapting to inevitable changes, and promoting equity and sustainability.</a:t>
            </a:r>
          </a:p>
          <a:p>
            <a:pPr>
              <a:defRPr sz="1800"/>
            </a:pPr>
            <a:r>
              <a:t>The path forward requires a combination of technological innovation, policy changes, and societal shifts toward more sustainable lifestyles.  By working together, we can mitigate the worst impacts of climate change and build a more resilient and equitable future for 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